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303520"/>
            <a:ext cx="9144000" cy="137160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POWERGRID</a:t>
            </a:r>
          </a:p>
          <a:p>
            <a:pPr>
              <a:spcBef>
                <a:spcPts val="800"/>
              </a:spcBef>
              <a:defRPr sz="2800">
                <a:solidFill>
                  <a:srgbClr val="E8F4FC"/>
                </a:solidFill>
              </a:defRPr>
            </a:pPr>
            <a:r>
              <a:t>Contract Performance Guarantee (CPG)</a:t>
            </a:r>
          </a:p>
          <a:p>
            <a:pPr>
              <a:spcBef>
                <a:spcPts val="400"/>
              </a:spcBef>
              <a:defRPr sz="2200">
                <a:solidFill>
                  <a:srgbClr val="C8DCF0"/>
                </a:solidFill>
              </a:defRPr>
            </a:pPr>
            <a:r>
              <a:t>Management System — Database ER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669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B4C8DC"/>
                </a:solidFill>
              </a:defRPr>
            </a:pPr>
            <a:r>
              <a:t>PostgreSQL  •  Prisma ORM  •  Railway  • 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3366"/>
                </a:solidFill>
              </a:defRPr>
            </a:pPr>
            <a:r>
              <a:t>Complete Entity-Relationship Diagram</a:t>
            </a:r>
          </a:p>
        </p:txBody>
      </p:sp>
      <p:pic>
        <p:nvPicPr>
          <p:cNvPr id="3" name="Picture 2" descr="_er_diagram_tem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502920"/>
            <a:ext cx="8869680" cy="621688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Tech Stack: Node.js • Express • TypeScript • Prisma • PostgreSQL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9 core tables modelling the full CPG lifecycle for POWERGRID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PostgreSQL on Railway with Prisma ORM for type-safe data access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Firebase Authentication — users linked via firebase_uid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Cloudinary for document storage — metadata tracked in documents table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Append-only AI tables: risk_assessments &amp; ml_predictions (time-series per CPG)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Immutable audit_logs for compliance and forensic review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Polymorphic references in audit_logs &amp; notifications (entity_type + entity_id)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Domain Hierarchy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Contractor  →  owns  →  Contract  →  governs  →  Cpg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  →  has many  →  Documents (Cloudinary files)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  →  has many  →  RiskAssessments (Health Score Engine)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  →  has many  →  MlPredictions (ML Risk Prediction)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  →  self-renews via  →  renewed_from_id (renewal chain)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User  →  uploads  →  Documents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User  →  receives  →  Notifications (expiry alerts, anomalies)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User  →  generates  →  AuditLogs (all CRUD &amp; status changes)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Relationships &amp; Cascade Rules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05840"/>
          <a:ext cx="64008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011680"/>
                <a:gridCol w="1371600"/>
                <a:gridCol w="1371600"/>
              </a:tblGrid>
              <a:tr h="48213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Parent</a:t>
                      </a:r>
                    </a:p>
                  </a:txBody>
                  <a:tcPr anchor="ctr"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Child</a:t>
                      </a:r>
                    </a:p>
                  </a:txBody>
                  <a:tcPr anchor="ctr"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Cardinality</a:t>
                      </a:r>
                    </a:p>
                  </a:txBody>
                  <a:tcPr anchor="ctr">
                    <a:solidFill>
                      <a:srgbClr val="0066B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onDelete</a:t>
                      </a:r>
                    </a:p>
                  </a:txBody>
                  <a:tcPr anchor="ctr">
                    <a:solidFill>
                      <a:srgbClr val="0066B3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Contractor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Contract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Restrict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Restrict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Cascade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RiskAssessment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Cascade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MlPrediction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Cascade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Cpg (renewal)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SetNull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Document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Restrict</a:t>
                      </a:r>
                    </a:p>
                  </a:txBody>
                  <a:tcPr anchor="ctr"/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AuditLog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SetNull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</a:tr>
              <a:tr h="482138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Notification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Cascade</a:t>
                      </a:r>
                    </a:p>
                  </a:txBody>
                  <a:tcPr anchor="ctr"/>
                </a:tc>
              </a:tr>
              <a:tr h="48214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User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1 : N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SetNull</a:t>
                      </a:r>
                    </a:p>
                  </a:txBody>
                  <a:tcPr anchor="ctr"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Prisma Enums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UserRole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ADMIN, ENGINEER, FINANCE, VIEWER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ContractStatus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DRAFT, ACTIVE, COMPLETED, TERMINATED, SUSPENDED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CpgStatus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ACTIVE, EXPIRED, CLAIMED, INVOKED, RELEASED, RENEWED, CANCELLED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BankGuaranteeType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PERFORMANCE_BANK_GUARANTEE, ADVANCE_BANK_GUARANTEE, SECURITY_DEPOSIT, OTHER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DocumentType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BANK_GUARANTEE, CONTRACT_COPY, EXTENSION_LETTER, CLAIM_NOTICE, ...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RiskLevel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LOW, MEDIUM, HIGH, CRITICAL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AuditAction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CREATE, UPDATE, DELETE, STATUS_CHANGE, UPLOAD, INVOCATION, ...</a:t>
            </a:r>
          </a:p>
          <a:p>
            <a:pPr>
              <a:spcAft>
                <a:spcPts val="200"/>
              </a:spcAft>
              <a:defRPr b="1" sz="1300">
                <a:solidFill>
                  <a:srgbClr val="003366"/>
                </a:solidFill>
              </a:defRPr>
            </a:pPr>
            <a:r>
              <a:t>NotificationType</a:t>
            </a:r>
          </a:p>
          <a:p>
            <a:pPr>
              <a:spcAft>
                <a:spcPts val="1000"/>
              </a:spcAft>
              <a:defRPr sz="1100">
                <a:solidFill>
                  <a:srgbClr val="505050"/>
                </a:solidFill>
              </a:defRPr>
            </a:pPr>
            <a:r>
              <a:t>   EXPIRY_ALERT, ANOMALY_DETECTED, STATUS_CHANGE, RISK_ESCALATION, ...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Indexes (Performance)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cpgs (status, expiry_date) — expiry dashboard &amp; alert cron jobs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cpgs (claim_period_end) — claim window monitoring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notifications (user_id, is_read) — unread badge &amp; inbox queries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audit_logs (entity_type, entity_id) — entity history lookup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risk_assessments (cpg_id, created_at) — latest health score per CPG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ml_predictions (cpg_id, created_at) — latest ML inference per CPG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contracts (contractor_id) — all contracts for a vendor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users (firebase_uid) — Firebase auth sync on every request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Phase 2 — Recommended Extensions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66666"/>
                </a:solidFill>
              </a:defRPr>
            </a:pPr>
            <a:r>
              <a:t>Not yet in schema — add when features are implemented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cpg_status_history — immutable status transition log with actor &amp; reason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cpg_claims — formal BG invocation workflow (claim amount, bank response)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cpg_renewal_requests — Engineer → Finance → Admin approval workflow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expiry_alert_rules — configurable 90/60/30-day thresholds per zone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banks — master bank table with IFSC validation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user_zone_assignments — scoped RBAC (Engineer sees only NR zone)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ai_assistant_sessions — chat history for AI Assistant feature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